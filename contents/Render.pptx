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>
  <p:sldMasterIdLst>
    <p:sldMasterId id="2147483660" r:id="rId1"/>
    <p:sldMasterId id="2147483672" r:id="rId2"/>
  </p:sldMasterIdLst>
  <p:notesMasterIdLst>
    <p:notesMasterId r:id="rId25"/>
  </p:notesMasterIdLst>
  <p:handoutMasterIdLst>
    <p:handoutMasterId r:id="rId26"/>
  </p:handoutMasterIdLst>
  <p:sldIdLst>
    <p:sldId id="261" r:id="rId3"/>
    <p:sldId id="481" r:id="rId4"/>
    <p:sldId id="482" r:id="rId5"/>
    <p:sldId id="470" r:id="rId6"/>
    <p:sldId id="474" r:id="rId7"/>
    <p:sldId id="475" r:id="rId8"/>
    <p:sldId id="478" r:id="rId9"/>
    <p:sldId id="473" r:id="rId10"/>
    <p:sldId id="476" r:id="rId11"/>
    <p:sldId id="477" r:id="rId12"/>
    <p:sldId id="472" r:id="rId13"/>
    <p:sldId id="479" r:id="rId14"/>
    <p:sldId id="484" r:id="rId15"/>
    <p:sldId id="483" r:id="rId16"/>
    <p:sldId id="480" r:id="rId17"/>
    <p:sldId id="487" r:id="rId18"/>
    <p:sldId id="485" r:id="rId19"/>
    <p:sldId id="486" r:id="rId20"/>
    <p:sldId id="488" r:id="rId21"/>
    <p:sldId id="489" r:id="rId22"/>
    <p:sldId id="490" r:id="rId23"/>
    <p:sldId id="421" r:id="rId24"/>
  </p:sldIdLst>
  <p:sldSz cx="9144000" cy="6858000" type="screen4x3"/>
  <p:notesSz cx="6735763" cy="9866313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83" userDrawn="1">
          <p15:clr>
            <a:srgbClr val="A4A3A4"/>
          </p15:clr>
        </p15:guide>
        <p15:guide id="2" pos="2880" userDrawn="1">
          <p15:clr>
            <a:srgbClr val="A4A3A4"/>
          </p15:clr>
        </p15:guide>
        <p15:guide id="3" orient="horz" pos="1094" userDrawn="1">
          <p15:clr>
            <a:srgbClr val="A4A3A4"/>
          </p15:clr>
        </p15:guide>
        <p15:guide id="4" pos="158" userDrawn="1">
          <p15:clr>
            <a:srgbClr val="A4A3A4"/>
          </p15:clr>
        </p15:guide>
        <p15:guide id="5" pos="5624" userDrawn="1">
          <p15:clr>
            <a:srgbClr val="A4A3A4"/>
          </p15:clr>
        </p15:guide>
        <p15:guide id="6" orient="horz" pos="4088" userDrawn="1">
          <p15:clr>
            <a:srgbClr val="A4A3A4"/>
          </p15:clr>
        </p15:guide>
        <p15:guide id="7" orient="horz" pos="845" userDrawn="1">
          <p15:clr>
            <a:srgbClr val="A4A3A4"/>
          </p15:clr>
        </p15:guide>
        <p15:guide id="8" orient="horz" pos="95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07" userDrawn="1">
          <p15:clr>
            <a:srgbClr val="A4A3A4"/>
          </p15:clr>
        </p15:guide>
        <p15:guide id="2" pos="2121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CC"/>
    <a:srgbClr val="3333FF"/>
    <a:srgbClr val="EAEAEA"/>
    <a:srgbClr val="9B9B9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710" autoAdjust="0"/>
    <p:restoredTop sz="95900" autoAdjust="0"/>
  </p:normalViewPr>
  <p:slideViewPr>
    <p:cSldViewPr snapToGrid="0" showGuides="1">
      <p:cViewPr varScale="1">
        <p:scale>
          <a:sx n="112" d="100"/>
          <a:sy n="112" d="100"/>
        </p:scale>
        <p:origin x="2266" y="72"/>
      </p:cViewPr>
      <p:guideLst>
        <p:guide orient="horz" pos="2183"/>
        <p:guide pos="2880"/>
        <p:guide orient="horz" pos="1094"/>
        <p:guide pos="158"/>
        <p:guide pos="5624"/>
        <p:guide orient="horz" pos="4088"/>
        <p:guide orient="horz" pos="845"/>
        <p:guide orient="horz" pos="958"/>
      </p:guideLst>
    </p:cSldViewPr>
  </p:slideViewPr>
  <p:outlineViewPr>
    <p:cViewPr>
      <p:scale>
        <a:sx n="33" d="100"/>
        <a:sy n="33" d="100"/>
      </p:scale>
      <p:origin x="0" y="-5196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 showGuides="1">
      <p:cViewPr varScale="1">
        <p:scale>
          <a:sx n="82" d="100"/>
          <a:sy n="82" d="100"/>
        </p:scale>
        <p:origin x="3979" y="72"/>
      </p:cViewPr>
      <p:guideLst>
        <p:guide orient="horz" pos="3107"/>
        <p:guide pos="2121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handoutMaster" Target="handoutMasters/handoutMaster1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notesMaster" Target="notesMasters/notesMaster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viewProps" Target="viewProp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19413" cy="4953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14763" y="0"/>
            <a:ext cx="2919412" cy="4953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5309B21-B08B-4A5E-B884-0DF78634DC9C}" type="datetimeFigureOut">
              <a:rPr lang="ko-KR" altLang="en-US" smtClean="0"/>
              <a:t>2026-02-05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9371013"/>
            <a:ext cx="2919413" cy="4953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14763" y="9371013"/>
            <a:ext cx="2919412" cy="4953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DB76CB1-3ACA-4E0B-9EE0-F73B1634F18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4996872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18831" cy="495029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15373" y="0"/>
            <a:ext cx="2918831" cy="495029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39CD121-FD21-45D1-AD82-A48E65B32A0B}" type="datetimeFigureOut">
              <a:rPr lang="ko-KR" altLang="en-US" smtClean="0"/>
              <a:t>2026-02-05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149350" y="1233488"/>
            <a:ext cx="4437063" cy="3328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3577" y="4748163"/>
            <a:ext cx="5388610" cy="3884861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371286"/>
            <a:ext cx="2918831" cy="49502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15373" y="9371286"/>
            <a:ext cx="2918831" cy="49502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8B4BFFC-2AE9-4A57-81A9-A0C77A4814E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525684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8B4BFFC-2AE9-4A57-81A9-A0C77A4814EC}" type="slidenum">
              <a:rPr lang="ko-KR" altLang="en-US" smtClean="0"/>
              <a:t>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173607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Line 19"/>
          <p:cNvSpPr>
            <a:spLocks noChangeShapeType="1"/>
          </p:cNvSpPr>
          <p:nvPr userDrawn="1"/>
        </p:nvSpPr>
        <p:spPr bwMode="auto">
          <a:xfrm>
            <a:off x="0" y="836712"/>
            <a:ext cx="9144000" cy="0"/>
          </a:xfrm>
          <a:prstGeom prst="line">
            <a:avLst/>
          </a:prstGeom>
          <a:noFill/>
          <a:ln w="19050">
            <a:solidFill>
              <a:schemeClr val="accent1">
                <a:lumMod val="75000"/>
              </a:schemeClr>
            </a:solidFill>
            <a:round/>
            <a:headEnd/>
            <a:tailEnd/>
          </a:ln>
          <a:effectLst/>
        </p:spPr>
        <p:txBody>
          <a:bodyPr/>
          <a:lstStyle/>
          <a:p>
            <a:endParaRPr lang="ko-KR" altLang="en-US" dirty="0"/>
          </a:p>
        </p:txBody>
      </p:sp>
      <p:sp>
        <p:nvSpPr>
          <p:cNvPr id="8" name="직사각형 7"/>
          <p:cNvSpPr/>
          <p:nvPr userDrawn="1"/>
        </p:nvSpPr>
        <p:spPr>
          <a:xfrm>
            <a:off x="20568" y="116632"/>
            <a:ext cx="53573" cy="648072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n>
                <a:noFill/>
              </a:ln>
            </a:endParaRPr>
          </a:p>
        </p:txBody>
      </p:sp>
      <p:sp>
        <p:nvSpPr>
          <p:cNvPr id="9" name="직사각형 8"/>
          <p:cNvSpPr/>
          <p:nvPr userDrawn="1"/>
        </p:nvSpPr>
        <p:spPr>
          <a:xfrm>
            <a:off x="92988" y="118766"/>
            <a:ext cx="47056" cy="648072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n>
                <a:noFill/>
              </a:ln>
            </a:endParaRPr>
          </a:p>
        </p:txBody>
      </p:sp>
    </p:spTree>
    <p:extLst>
      <p:ext uri="{BB962C8B-B14F-4D97-AF65-F5344CB8AC3E}">
        <p14:creationId xmlns:p14="http://schemas.microsoft.com/office/powerpoint/2010/main" val="195456029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Line 19"/>
          <p:cNvSpPr>
            <a:spLocks noChangeShapeType="1"/>
          </p:cNvSpPr>
          <p:nvPr userDrawn="1"/>
        </p:nvSpPr>
        <p:spPr bwMode="auto">
          <a:xfrm>
            <a:off x="0" y="836712"/>
            <a:ext cx="9144000" cy="0"/>
          </a:xfrm>
          <a:prstGeom prst="line">
            <a:avLst/>
          </a:prstGeom>
          <a:noFill/>
          <a:ln w="19050">
            <a:solidFill>
              <a:schemeClr val="accent1">
                <a:lumMod val="75000"/>
              </a:schemeClr>
            </a:solidFill>
            <a:round/>
            <a:headEnd/>
            <a:tailEnd/>
          </a:ln>
          <a:effectLst/>
        </p:spPr>
        <p:txBody>
          <a:bodyPr/>
          <a:lstStyle/>
          <a:p>
            <a:endParaRPr lang="ko-KR" altLang="en-US" dirty="0"/>
          </a:p>
        </p:txBody>
      </p:sp>
      <p:sp>
        <p:nvSpPr>
          <p:cNvPr id="8" name="직사각형 7"/>
          <p:cNvSpPr/>
          <p:nvPr userDrawn="1"/>
        </p:nvSpPr>
        <p:spPr>
          <a:xfrm>
            <a:off x="20568" y="116632"/>
            <a:ext cx="53573" cy="648072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n>
                <a:noFill/>
              </a:ln>
            </a:endParaRPr>
          </a:p>
        </p:txBody>
      </p:sp>
      <p:sp>
        <p:nvSpPr>
          <p:cNvPr id="9" name="직사각형 8"/>
          <p:cNvSpPr/>
          <p:nvPr userDrawn="1"/>
        </p:nvSpPr>
        <p:spPr>
          <a:xfrm>
            <a:off x="92988" y="118766"/>
            <a:ext cx="47056" cy="648072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n>
                <a:noFill/>
              </a:ln>
            </a:endParaRPr>
          </a:p>
        </p:txBody>
      </p:sp>
    </p:spTree>
    <p:extLst>
      <p:ext uri="{BB962C8B-B14F-4D97-AF65-F5344CB8AC3E}">
        <p14:creationId xmlns:p14="http://schemas.microsoft.com/office/powerpoint/2010/main" val="37816506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9AB389-105F-4E96-96D1-023732B57FDB}" type="datetime1">
              <a:rPr lang="ko-KR" altLang="en-US" smtClean="0"/>
              <a:t>2026-02-05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DD436-C02E-449C-AE44-487C1989F61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600955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759BB9-6FE0-4E5A-B4B5-DD013808AC9C}" type="datetime1">
              <a:rPr lang="ko-KR" altLang="en-US" smtClean="0"/>
              <a:t>2026-02-05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DD436-C02E-449C-AE44-487C1989F61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926754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0EC44F-4E31-4678-95ED-80FAD652C54E}" type="datetime1">
              <a:rPr lang="ko-KR" altLang="en-US" smtClean="0"/>
              <a:t>2026-02-05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DD436-C02E-449C-AE44-487C1989F61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212330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9EA623-B0BE-42DD-B1CF-33C0CE438DD6}" type="datetime1">
              <a:rPr lang="ko-KR" altLang="en-US" smtClean="0"/>
              <a:t>2026-02-05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DD436-C02E-449C-AE44-487C1989F61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601736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A52D41-7000-471D-AEDD-AA54046BEFE0}" type="datetime1">
              <a:rPr lang="ko-KR" altLang="en-US" smtClean="0"/>
              <a:t>2026-02-05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DD436-C02E-449C-AE44-487C1989F61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694582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CCB25F-E96C-4A04-84A2-FDADC02C583B}" type="datetime1">
              <a:rPr lang="ko-KR" altLang="en-US" smtClean="0"/>
              <a:t>2026-02-05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DD436-C02E-449C-AE44-487C1989F61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77155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 smtClean="0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30D29D-381B-4538-848B-7074F8997503}" type="datetime1">
              <a:rPr lang="ko-KR" altLang="en-US" smtClean="0"/>
              <a:t>2026-02-05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DD436-C02E-449C-AE44-487C1989F61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582387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2125ED-623E-4A9A-A549-8B04F2156EDB}" type="datetime1">
              <a:rPr lang="ko-KR" altLang="en-US" smtClean="0"/>
              <a:t>2026-02-05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DD436-C02E-449C-AE44-487C1989F61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024234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9B0F72-68B0-4063-AD52-77948D4F56FF}" type="datetime1">
              <a:rPr lang="ko-KR" altLang="en-US" smtClean="0"/>
              <a:t>2026-02-05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DD436-C02E-449C-AE44-487C1989F61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3261227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D99496-C4C4-4968-A03E-1E8CC76D9684}" type="datetime1">
              <a:rPr lang="ko-KR" altLang="en-US" smtClean="0"/>
              <a:t>2026-02-05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4AC6D8-3259-44A0-BD73-433091D92F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6439947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FB0389-3F31-4646-9EAC-6D9622DF58B7}" type="datetime1">
              <a:rPr lang="ko-KR" altLang="en-US" smtClean="0"/>
              <a:t>2026-02-05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4AC6D8-3259-44A0-BD73-433091D92F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4817616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23888" y="1709738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23888" y="4589463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842770-9E97-4629-8C1C-D9EDFE2C9B6A}" type="datetime1">
              <a:rPr lang="ko-KR" altLang="en-US" smtClean="0"/>
              <a:t>2026-02-05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4AC6D8-3259-44A0-BD73-433091D92F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7817723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6715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825625"/>
            <a:ext cx="386715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2C9B61-41A4-4BA0-B66C-6D46ACCC64F3}" type="datetime1">
              <a:rPr lang="ko-KR" altLang="en-US" smtClean="0"/>
              <a:t>2026-02-05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4AC6D8-3259-44A0-BD73-433091D92F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8752283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30238" y="365125"/>
            <a:ext cx="78867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30238" y="1681163"/>
            <a:ext cx="386873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30238" y="2505075"/>
            <a:ext cx="3868737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7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788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C83A93-8E76-485A-B85E-07FBF3C7F9B9}" type="datetime1">
              <a:rPr lang="ko-KR" altLang="en-US" smtClean="0"/>
              <a:t>2026-02-05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4AC6D8-3259-44A0-BD73-433091D92F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4199996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4AB61B-09A9-44BC-A2EF-21297860CC7C}" type="datetime1">
              <a:rPr lang="ko-KR" altLang="en-US" smtClean="0"/>
              <a:t>2026-02-05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4AC6D8-3259-44A0-BD73-433091D92F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1403855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DC4049-1D3E-4529-81B3-245CE3BB68C6}" type="datetime1">
              <a:rPr lang="ko-KR" altLang="en-US" smtClean="0"/>
              <a:t>2026-02-05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4AC6D8-3259-44A0-BD73-433091D92F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143492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D9B287-02EB-4C40-AA6B-D027B5C2B8FC}" type="datetime1">
              <a:rPr lang="ko-KR" altLang="en-US" smtClean="0"/>
              <a:t>2026-02-05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4AC6D8-3259-44A0-BD73-433091D92F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5953190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4316CF-6F3B-4D25-86D6-E4D0B7A6A817}" type="datetime1">
              <a:rPr lang="ko-KR" altLang="en-US" smtClean="0"/>
              <a:t>2026-02-05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4AC6D8-3259-44A0-BD73-433091D92F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72137087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B4B7C5-FAA7-40CE-9E66-6D8DAA86968A}" type="datetime1">
              <a:rPr lang="ko-KR" altLang="en-US" smtClean="0"/>
              <a:t>2026-02-05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4AC6D8-3259-44A0-BD73-433091D92F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6546845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762625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3A6E41-EEFC-4900-8331-81EA5C3ACC5D}" type="datetime1">
              <a:rPr lang="ko-KR" altLang="en-US" smtClean="0"/>
              <a:t>2026-02-05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4AC6D8-3259-44A0-BD73-433091D92F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0525925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Line 19"/>
          <p:cNvSpPr>
            <a:spLocks noChangeShapeType="1"/>
          </p:cNvSpPr>
          <p:nvPr userDrawn="1"/>
        </p:nvSpPr>
        <p:spPr bwMode="auto">
          <a:xfrm>
            <a:off x="0" y="836712"/>
            <a:ext cx="9144000" cy="0"/>
          </a:xfrm>
          <a:prstGeom prst="line">
            <a:avLst/>
          </a:prstGeom>
          <a:noFill/>
          <a:ln w="19050">
            <a:solidFill>
              <a:schemeClr val="accent1">
                <a:lumMod val="75000"/>
              </a:schemeClr>
            </a:solidFill>
            <a:round/>
            <a:headEnd/>
            <a:tailEnd/>
          </a:ln>
          <a:effectLst/>
        </p:spPr>
        <p:txBody>
          <a:bodyPr/>
          <a:lstStyle/>
          <a:p>
            <a:endParaRPr lang="ko-KR" altLang="en-US" dirty="0"/>
          </a:p>
        </p:txBody>
      </p:sp>
      <p:sp>
        <p:nvSpPr>
          <p:cNvPr id="8" name="직사각형 7"/>
          <p:cNvSpPr/>
          <p:nvPr userDrawn="1"/>
        </p:nvSpPr>
        <p:spPr>
          <a:xfrm>
            <a:off x="20568" y="116632"/>
            <a:ext cx="53573" cy="648072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n>
                <a:noFill/>
              </a:ln>
            </a:endParaRPr>
          </a:p>
        </p:txBody>
      </p:sp>
      <p:sp>
        <p:nvSpPr>
          <p:cNvPr id="9" name="직사각형 8"/>
          <p:cNvSpPr/>
          <p:nvPr userDrawn="1"/>
        </p:nvSpPr>
        <p:spPr>
          <a:xfrm>
            <a:off x="92988" y="118766"/>
            <a:ext cx="47056" cy="648072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n>
                <a:noFill/>
              </a:ln>
            </a:endParaRPr>
          </a:p>
        </p:txBody>
      </p:sp>
      <p:sp>
        <p:nvSpPr>
          <p:cNvPr id="2" name="TextBox 1"/>
          <p:cNvSpPr txBox="1"/>
          <p:nvPr userDrawn="1"/>
        </p:nvSpPr>
        <p:spPr>
          <a:xfrm>
            <a:off x="4352382" y="6441259"/>
            <a:ext cx="40908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88D272FF-6EEE-4996-B437-AE05827637A7}" type="slidenum">
              <a:rPr lang="ko-KR" altLang="en-US" sz="1400" smtClean="0"/>
              <a:t>‹#›</a:t>
            </a:fld>
            <a:endParaRPr lang="ko-KR" altLang="en-US" sz="1400"/>
          </a:p>
        </p:txBody>
      </p:sp>
    </p:spTree>
    <p:extLst>
      <p:ext uri="{BB962C8B-B14F-4D97-AF65-F5344CB8AC3E}">
        <p14:creationId xmlns:p14="http://schemas.microsoft.com/office/powerpoint/2010/main" val="10227466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3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03364EA-2A97-4E5B-A2BC-9D2CF65CD99A}" type="datetime1">
              <a:rPr lang="ko-KR" altLang="en-US" smtClean="0"/>
              <a:t>2026-02-05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4ADD436-C02E-449C-AE44-487C1989F61C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TextBox 7"/>
          <p:cNvSpPr txBox="1"/>
          <p:nvPr userDrawn="1"/>
        </p:nvSpPr>
        <p:spPr>
          <a:xfrm>
            <a:off x="4304963" y="6561496"/>
            <a:ext cx="60144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-  </a:t>
            </a:r>
            <a:fld id="{F36E6752-5E10-4328-A041-D7A336417FAF}" type="slidenum">
              <a:rPr lang="ko-KR" altLang="en-US" sz="120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‹#›</a:t>
            </a:fld>
            <a:r>
              <a:rPr lang="ko-KR" altLang="en-US" sz="12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  </a:t>
            </a:r>
            <a:r>
              <a:rPr lang="en-US" altLang="ko-KR" sz="12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-</a:t>
            </a:r>
            <a:endParaRPr lang="ko-KR" altLang="en-US" sz="12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38002" y="90431"/>
            <a:ext cx="554696" cy="5493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52741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15CAA8D-D1A7-482E-8D0B-2A978C56C5FA}" type="datetime1">
              <a:rPr lang="ko-KR" altLang="en-US" smtClean="0"/>
              <a:t>2026-02-05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34AC6D8-3259-44A0-BD73-433091D92F18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38002" y="90431"/>
            <a:ext cx="554696" cy="5493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62806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  <p:sldLayoutId id="2147483684" r:id="rId12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8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0" y="1736725"/>
            <a:ext cx="9144000" cy="1728788"/>
          </a:xfrm>
          <a:prstGeom prst="rect">
            <a:avLst/>
          </a:prstGeom>
          <a:solidFill>
            <a:schemeClr val="tx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3200" smtClean="0">
                <a:solidFill>
                  <a:schemeClr val="bg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 </a:t>
            </a:r>
            <a:r>
              <a:rPr lang="en-US" altLang="ko-KR" sz="3200" smtClean="0">
                <a:solidFill>
                  <a:schemeClr val="bg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Render Install</a:t>
            </a:r>
            <a:endParaRPr lang="ko-KR" altLang="en-US" sz="3200" dirty="0">
              <a:solidFill>
                <a:srgbClr val="FFFF00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5481958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250825" y="999542"/>
            <a:ext cx="217591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smtClean="0">
                <a:latin typeface="+mn-ea"/>
              </a:rPr>
              <a:t>▒ </a:t>
            </a:r>
            <a:r>
              <a:rPr lang="en-US" altLang="ko-KR" sz="1600" smtClean="0">
                <a:latin typeface="+mn-ea"/>
              </a:rPr>
              <a:t>Node.js Download</a:t>
            </a:r>
            <a:endParaRPr lang="ko-KR" altLang="en-US" sz="1600" smtClean="0">
              <a:latin typeface="+mn-ea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46908" y="246186"/>
            <a:ext cx="181972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smtClean="0">
                <a:latin typeface="맑은 고딕" pitchFamily="50" charset="-127"/>
              </a:rPr>
              <a:t>Node.js Install</a:t>
            </a:r>
            <a:endParaRPr lang="ko-KR" altLang="en-US" sz="2000" dirty="0">
              <a:latin typeface="맑은 고딕" pitchFamily="50" charset="-127"/>
            </a:endParaRPr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0825" y="1520825"/>
            <a:ext cx="8684475" cy="44569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895792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250825" y="999542"/>
            <a:ext cx="260840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smtClean="0">
                <a:latin typeface="+mn-ea"/>
              </a:rPr>
              <a:t>▒ </a:t>
            </a:r>
            <a:r>
              <a:rPr lang="en-US" altLang="ko-KR" sz="1600" smtClean="0">
                <a:latin typeface="+mn-ea"/>
              </a:rPr>
              <a:t>Node.js </a:t>
            </a:r>
            <a:r>
              <a:rPr lang="ko-KR" altLang="en-US" sz="1600" smtClean="0">
                <a:latin typeface="+mn-ea"/>
              </a:rPr>
              <a:t>파일 생성 확인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6908" y="246186"/>
            <a:ext cx="181972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smtClean="0">
                <a:latin typeface="맑은 고딕" pitchFamily="50" charset="-127"/>
              </a:rPr>
              <a:t>Node.js Install</a:t>
            </a:r>
            <a:endParaRPr lang="ko-KR" altLang="en-US" sz="2000" dirty="0">
              <a:latin typeface="맑은 고딕" pitchFamily="50" charset="-127"/>
            </a:endParaRPr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0825" y="1520825"/>
            <a:ext cx="8033082" cy="47297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541411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TextBox 185"/>
          <p:cNvSpPr txBox="1"/>
          <p:nvPr/>
        </p:nvSpPr>
        <p:spPr>
          <a:xfrm>
            <a:off x="146908" y="246186"/>
            <a:ext cx="181972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smtClean="0">
                <a:latin typeface="맑은 고딕" pitchFamily="50" charset="-127"/>
              </a:rPr>
              <a:t>Node.js Install</a:t>
            </a:r>
            <a:endParaRPr lang="ko-KR" altLang="en-US" sz="2000" dirty="0">
              <a:latin typeface="맑은 고딕" pitchFamily="50" charset="-127"/>
            </a:endParaRPr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0825" y="1520825"/>
            <a:ext cx="7439950" cy="3808272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250825" y="999542"/>
            <a:ext cx="205376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smtClean="0">
                <a:latin typeface="+mn-ea"/>
              </a:rPr>
              <a:t>▒ </a:t>
            </a:r>
            <a:r>
              <a:rPr lang="en-US" altLang="ko-KR" sz="1600" smtClean="0">
                <a:latin typeface="+mn-ea"/>
              </a:rPr>
              <a:t>Node.js </a:t>
            </a:r>
            <a:r>
              <a:rPr lang="ko-KR" altLang="en-US" sz="1600" smtClean="0">
                <a:latin typeface="+mn-ea"/>
              </a:rPr>
              <a:t>버전확인</a:t>
            </a:r>
          </a:p>
        </p:txBody>
      </p:sp>
    </p:spTree>
    <p:extLst>
      <p:ext uri="{BB962C8B-B14F-4D97-AF65-F5344CB8AC3E}">
        <p14:creationId xmlns:p14="http://schemas.microsoft.com/office/powerpoint/2010/main" val="207238865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0825" y="1520825"/>
            <a:ext cx="7623933" cy="421123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50825" y="999542"/>
            <a:ext cx="177805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smtClean="0">
                <a:latin typeface="+mn-ea"/>
              </a:rPr>
              <a:t>▒ </a:t>
            </a:r>
            <a:r>
              <a:rPr lang="en-US" altLang="ko-KR" sz="1600" smtClean="0">
                <a:latin typeface="+mn-ea"/>
              </a:rPr>
              <a:t>npm </a:t>
            </a:r>
            <a:r>
              <a:rPr lang="ko-KR" altLang="en-US" sz="1600" smtClean="0">
                <a:latin typeface="+mn-ea"/>
              </a:rPr>
              <a:t>버전확인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908" y="246186"/>
            <a:ext cx="181972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smtClean="0">
                <a:latin typeface="맑은 고딕" pitchFamily="50" charset="-127"/>
              </a:rPr>
              <a:t>Node.js Install</a:t>
            </a:r>
            <a:endParaRPr lang="ko-KR" altLang="en-US" sz="2000" dirty="0">
              <a:latin typeface="맑은 고딕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0022069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0825" y="1520824"/>
            <a:ext cx="7872124" cy="399287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50825" y="999542"/>
            <a:ext cx="157286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smtClean="0">
                <a:latin typeface="+mn-ea"/>
              </a:rPr>
              <a:t>▒ </a:t>
            </a:r>
            <a:r>
              <a:rPr lang="en-US" altLang="ko-KR" sz="1600" smtClean="0">
                <a:latin typeface="+mn-ea"/>
              </a:rPr>
              <a:t>npm </a:t>
            </a:r>
            <a:r>
              <a:rPr lang="ko-KR" altLang="en-US" sz="1600" smtClean="0">
                <a:latin typeface="+mn-ea"/>
              </a:rPr>
              <a:t>초기화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908" y="246186"/>
            <a:ext cx="181972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smtClean="0">
                <a:latin typeface="맑은 고딕" pitchFamily="50" charset="-127"/>
              </a:rPr>
              <a:t>Node.js Install</a:t>
            </a:r>
            <a:endParaRPr lang="ko-KR" altLang="en-US" sz="2000" dirty="0">
              <a:latin typeface="맑은 고딕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603218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250825" y="999542"/>
            <a:ext cx="246574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smtClean="0">
                <a:latin typeface="+mn-ea"/>
              </a:rPr>
              <a:t>▒ </a:t>
            </a:r>
            <a:r>
              <a:rPr lang="en-US" altLang="ko-KR" sz="1600" smtClean="0">
                <a:latin typeface="+mn-ea"/>
              </a:rPr>
              <a:t>npm </a:t>
            </a:r>
            <a:r>
              <a:rPr lang="ko-KR" altLang="en-US" sz="1600" smtClean="0">
                <a:latin typeface="+mn-ea"/>
              </a:rPr>
              <a:t>필수패키지 설치</a:t>
            </a:r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0825" y="1520825"/>
            <a:ext cx="8686018" cy="457206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908" y="246186"/>
            <a:ext cx="181972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smtClean="0">
                <a:latin typeface="맑은 고딕" pitchFamily="50" charset="-127"/>
              </a:rPr>
              <a:t>Node.js Install</a:t>
            </a:r>
            <a:endParaRPr lang="ko-KR" altLang="en-US" sz="2000" dirty="0">
              <a:latin typeface="맑은 고딕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70055784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0825" y="1520825"/>
            <a:ext cx="7650850" cy="407094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0825" y="999542"/>
            <a:ext cx="184377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smtClean="0">
                <a:latin typeface="+mn-ea"/>
              </a:rPr>
              <a:t>▒ </a:t>
            </a:r>
            <a:r>
              <a:rPr lang="en-US" altLang="ko-KR" sz="1600" smtClean="0">
                <a:latin typeface="+mn-ea"/>
              </a:rPr>
              <a:t>nodemon </a:t>
            </a:r>
            <a:r>
              <a:rPr lang="ko-KR" altLang="en-US" sz="1600" smtClean="0">
                <a:latin typeface="+mn-ea"/>
              </a:rPr>
              <a:t>설치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908" y="246186"/>
            <a:ext cx="181972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smtClean="0">
                <a:latin typeface="맑은 고딕" pitchFamily="50" charset="-127"/>
              </a:rPr>
              <a:t>Node.js Install</a:t>
            </a:r>
            <a:endParaRPr lang="ko-KR" altLang="en-US" sz="2000" dirty="0">
              <a:latin typeface="맑은 고딕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7090312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0825" y="1520825"/>
            <a:ext cx="7978775" cy="412080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50825" y="999542"/>
            <a:ext cx="362310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smtClean="0">
                <a:latin typeface="+mn-ea"/>
              </a:rPr>
              <a:t>▒ 필수패키지 설치후 폴더 변경 내용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908" y="246186"/>
            <a:ext cx="181972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smtClean="0">
                <a:latin typeface="맑은 고딕" pitchFamily="50" charset="-127"/>
              </a:rPr>
              <a:t>Node.js Install</a:t>
            </a:r>
            <a:endParaRPr lang="ko-KR" altLang="en-US" sz="2000" dirty="0">
              <a:latin typeface="맑은 고딕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8755368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0825" y="1520825"/>
            <a:ext cx="4116459" cy="4968875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520825"/>
            <a:ext cx="4356100" cy="496887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50825" y="999542"/>
            <a:ext cx="299312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smtClean="0">
                <a:latin typeface="+mn-ea"/>
              </a:rPr>
              <a:t>▒ </a:t>
            </a:r>
            <a:r>
              <a:rPr lang="en-US" altLang="ko-KR" sz="1600" smtClean="0">
                <a:latin typeface="+mn-ea"/>
              </a:rPr>
              <a:t>node_modules </a:t>
            </a:r>
            <a:r>
              <a:rPr lang="ko-KR" altLang="en-US" sz="1600" smtClean="0">
                <a:latin typeface="+mn-ea"/>
              </a:rPr>
              <a:t>패키지 내용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908" y="246186"/>
            <a:ext cx="181972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smtClean="0">
                <a:latin typeface="맑은 고딕" pitchFamily="50" charset="-127"/>
              </a:rPr>
              <a:t>Node.js Install</a:t>
            </a:r>
            <a:endParaRPr lang="ko-KR" altLang="en-US" sz="2000" dirty="0">
              <a:latin typeface="맑은 고딕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3581021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0825" y="1520825"/>
            <a:ext cx="5056496" cy="204806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50825" y="999542"/>
            <a:ext cx="299312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smtClean="0">
                <a:latin typeface="+mn-ea"/>
              </a:rPr>
              <a:t>▒ </a:t>
            </a:r>
            <a:r>
              <a:rPr lang="en-US" altLang="ko-KR" sz="1600" smtClean="0">
                <a:latin typeface="+mn-ea"/>
              </a:rPr>
              <a:t>node_modules </a:t>
            </a:r>
            <a:r>
              <a:rPr lang="ko-KR" altLang="en-US" sz="1600" smtClean="0">
                <a:latin typeface="+mn-ea"/>
              </a:rPr>
              <a:t>패키지 내용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908" y="246186"/>
            <a:ext cx="181972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smtClean="0">
                <a:latin typeface="맑은 고딕" pitchFamily="50" charset="-127"/>
              </a:rPr>
              <a:t>Node.js Install</a:t>
            </a:r>
            <a:endParaRPr lang="ko-KR" altLang="en-US" sz="2000" dirty="0">
              <a:latin typeface="맑은 고딕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68706318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0825" y="1457182"/>
            <a:ext cx="7316859" cy="43704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46908" y="246186"/>
            <a:ext cx="181972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smtClean="0">
                <a:latin typeface="맑은 고딕" pitchFamily="50" charset="-127"/>
              </a:rPr>
              <a:t>Node.js Install</a:t>
            </a:r>
            <a:endParaRPr lang="ko-KR" altLang="en-US" sz="2000" dirty="0">
              <a:latin typeface="맑은 고딕" pitchFamily="50" charset="-127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250825" y="999542"/>
            <a:ext cx="152920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smtClean="0">
                <a:latin typeface="+mn-ea"/>
              </a:rPr>
              <a:t>▒ </a:t>
            </a:r>
            <a:r>
              <a:rPr lang="en-US" altLang="ko-KR" sz="1600" smtClean="0">
                <a:latin typeface="+mn-ea"/>
              </a:rPr>
              <a:t>Server </a:t>
            </a:r>
            <a:r>
              <a:rPr lang="ko-KR" altLang="en-US" sz="1600" smtClean="0">
                <a:latin typeface="+mn-ea"/>
              </a:rPr>
              <a:t>실행</a:t>
            </a:r>
          </a:p>
        </p:txBody>
      </p:sp>
    </p:spTree>
    <p:extLst>
      <p:ext uri="{BB962C8B-B14F-4D97-AF65-F5344CB8AC3E}">
        <p14:creationId xmlns:p14="http://schemas.microsoft.com/office/powerpoint/2010/main" val="118568922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0825" y="1520825"/>
            <a:ext cx="6900873" cy="306889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46908" y="246186"/>
            <a:ext cx="181972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smtClean="0">
                <a:latin typeface="맑은 고딕" pitchFamily="50" charset="-127"/>
              </a:rPr>
              <a:t>Node.js Install</a:t>
            </a:r>
            <a:endParaRPr lang="ko-KR" altLang="en-US" sz="2000" dirty="0">
              <a:latin typeface="맑은 고딕" pitchFamily="50" charset="-127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50825" y="999542"/>
            <a:ext cx="211147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smtClean="0">
                <a:latin typeface="+mn-ea"/>
              </a:rPr>
              <a:t>▒ </a:t>
            </a:r>
            <a:r>
              <a:rPr lang="en-US" altLang="ko-KR" sz="1600" smtClean="0">
                <a:latin typeface="+mn-ea"/>
              </a:rPr>
              <a:t>index.js </a:t>
            </a:r>
            <a:r>
              <a:rPr lang="ko-KR" altLang="en-US" sz="1600" smtClean="0">
                <a:latin typeface="+mn-ea"/>
              </a:rPr>
              <a:t>파일 생성</a:t>
            </a:r>
          </a:p>
        </p:txBody>
      </p:sp>
    </p:spTree>
    <p:extLst>
      <p:ext uri="{BB962C8B-B14F-4D97-AF65-F5344CB8AC3E}">
        <p14:creationId xmlns:p14="http://schemas.microsoft.com/office/powerpoint/2010/main" val="19690673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0825" y="1520825"/>
            <a:ext cx="6539624" cy="203980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50825" y="999542"/>
            <a:ext cx="211147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smtClean="0">
                <a:latin typeface="+mn-ea"/>
              </a:rPr>
              <a:t>▒ </a:t>
            </a:r>
            <a:r>
              <a:rPr lang="en-US" altLang="ko-KR" sz="1600" smtClean="0">
                <a:latin typeface="+mn-ea"/>
              </a:rPr>
              <a:t>index.js </a:t>
            </a:r>
            <a:r>
              <a:rPr lang="ko-KR" altLang="en-US" sz="1600" smtClean="0">
                <a:latin typeface="+mn-ea"/>
              </a:rPr>
              <a:t>코드</a:t>
            </a:r>
            <a:r>
              <a:rPr lang="en-US" altLang="ko-KR" sz="1600" smtClean="0">
                <a:latin typeface="+mn-ea"/>
              </a:rPr>
              <a:t> </a:t>
            </a:r>
            <a:r>
              <a:rPr lang="ko-KR" altLang="en-US" sz="1600" smtClean="0">
                <a:latin typeface="+mn-ea"/>
              </a:rPr>
              <a:t>생성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6908" y="246186"/>
            <a:ext cx="181972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smtClean="0">
                <a:latin typeface="맑은 고딕" pitchFamily="50" charset="-127"/>
              </a:rPr>
              <a:t>Node.js Install</a:t>
            </a:r>
            <a:endParaRPr lang="ko-KR" altLang="en-US" sz="2000" dirty="0">
              <a:latin typeface="맑은 고딕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8727819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0825" y="1520825"/>
            <a:ext cx="8068386" cy="405079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46908" y="246186"/>
            <a:ext cx="181972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smtClean="0">
                <a:latin typeface="맑은 고딕" pitchFamily="50" charset="-127"/>
              </a:rPr>
              <a:t>Node.js Install</a:t>
            </a:r>
            <a:endParaRPr lang="ko-KR" altLang="en-US" sz="2000" dirty="0">
              <a:latin typeface="맑은 고딕" pitchFamily="50" charset="-127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250825" y="999542"/>
            <a:ext cx="278313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smtClean="0">
                <a:latin typeface="+mn-ea"/>
              </a:rPr>
              <a:t>▒ 서버 동작 확인</a:t>
            </a:r>
            <a:r>
              <a:rPr lang="en-US" altLang="ko-KR" sz="1600" smtClean="0">
                <a:latin typeface="+mn-ea"/>
              </a:rPr>
              <a:t>(</a:t>
            </a:r>
            <a:r>
              <a:rPr lang="ko-KR" altLang="en-US" sz="1600" smtClean="0">
                <a:latin typeface="+mn-ea"/>
              </a:rPr>
              <a:t>브라우저</a:t>
            </a:r>
            <a:r>
              <a:rPr lang="en-US" altLang="ko-KR" sz="1600" smtClean="0">
                <a:latin typeface="+mn-ea"/>
              </a:rPr>
              <a:t>)</a:t>
            </a:r>
            <a:endParaRPr lang="ko-KR" altLang="en-US" sz="1600" smtClean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50193867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2850888" y="2671524"/>
            <a:ext cx="1397690" cy="3231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500" b="1" i="1" smtClean="0">
                <a:solidFill>
                  <a:srgbClr val="FF0000"/>
                </a:solidFill>
              </a:rPr>
              <a:t>Add Contents !</a:t>
            </a:r>
            <a:r>
              <a:rPr lang="en-US" altLang="ko-KR" sz="1500" i="1" smtClean="0">
                <a:solidFill>
                  <a:srgbClr val="FF0000"/>
                </a:solidFill>
              </a:rPr>
              <a:t> </a:t>
            </a:r>
            <a:endParaRPr lang="ko-KR" altLang="en-US" sz="1500" i="1" dirty="0">
              <a:solidFill>
                <a:srgbClr val="FF0000"/>
              </a:solidFill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2641022" y="2946922"/>
            <a:ext cx="386195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600" b="1" smtClean="0">
                <a:latin typeface="+mn-ea"/>
              </a:rPr>
              <a:t>Another Method</a:t>
            </a:r>
            <a:endParaRPr lang="ko-KR" altLang="en-US" sz="3600" b="1" smtClean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64053124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46908" y="246186"/>
            <a:ext cx="181972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smtClean="0">
                <a:latin typeface="맑은 고딕" pitchFamily="50" charset="-127"/>
              </a:rPr>
              <a:t>Node.js Install</a:t>
            </a:r>
            <a:endParaRPr lang="ko-KR" altLang="en-US" sz="2000" dirty="0">
              <a:latin typeface="맑은 고딕" pitchFamily="50" charset="-127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250825" y="2964820"/>
            <a:ext cx="280916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smtClean="0">
                <a:latin typeface="+mn-ea"/>
              </a:rPr>
              <a:t>▒ </a:t>
            </a:r>
            <a:r>
              <a:rPr lang="en-US" altLang="ko-KR" sz="1600" smtClean="0">
                <a:latin typeface="+mn-ea"/>
              </a:rPr>
              <a:t>app.js, server.js</a:t>
            </a:r>
            <a:r>
              <a:rPr lang="ko-KR" altLang="en-US" sz="1600" smtClean="0">
                <a:latin typeface="+mn-ea"/>
              </a:rPr>
              <a:t> 코드 생성</a:t>
            </a:r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0825" y="3824383"/>
            <a:ext cx="4191522" cy="1606408"/>
          </a:xfrm>
          <a:prstGeom prst="rect">
            <a:avLst/>
          </a:prstGeom>
        </p:spPr>
      </p:pic>
      <p:sp>
        <p:nvSpPr>
          <p:cNvPr id="5" name="직사각형 4"/>
          <p:cNvSpPr/>
          <p:nvPr/>
        </p:nvSpPr>
        <p:spPr>
          <a:xfrm>
            <a:off x="250825" y="3423537"/>
            <a:ext cx="1045713" cy="280679"/>
          </a:xfrm>
          <a:prstGeom prst="rect">
            <a:avLst/>
          </a:prstGeom>
          <a:solidFill>
            <a:srgbClr val="0000CC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mtClean="0"/>
              <a:t>app.js</a:t>
            </a:r>
            <a:endParaRPr lang="ko-KR" altLang="en-US"/>
          </a:p>
        </p:txBody>
      </p:sp>
      <p:pic>
        <p:nvPicPr>
          <p:cNvPr id="6" name="그림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88006" y="3824383"/>
            <a:ext cx="4240094" cy="1606408"/>
          </a:xfrm>
          <a:prstGeom prst="rect">
            <a:avLst/>
          </a:prstGeom>
        </p:spPr>
      </p:pic>
      <p:sp>
        <p:nvSpPr>
          <p:cNvPr id="7" name="직사각형 6"/>
          <p:cNvSpPr/>
          <p:nvPr/>
        </p:nvSpPr>
        <p:spPr>
          <a:xfrm>
            <a:off x="4688007" y="3423538"/>
            <a:ext cx="1045713" cy="280679"/>
          </a:xfrm>
          <a:prstGeom prst="rect">
            <a:avLst/>
          </a:prstGeom>
          <a:solidFill>
            <a:srgbClr val="0000CC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mtClean="0"/>
              <a:t>server.js</a:t>
            </a:r>
            <a:endParaRPr lang="ko-KR" altLang="en-US"/>
          </a:p>
        </p:txBody>
      </p:sp>
      <p:pic>
        <p:nvPicPr>
          <p:cNvPr id="10" name="그림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0825" y="1520825"/>
            <a:ext cx="5706257" cy="104333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98509" y="1002884"/>
            <a:ext cx="168219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smtClean="0">
                <a:latin typeface="+mn-ea"/>
              </a:rPr>
              <a:t>▒ </a:t>
            </a:r>
            <a:r>
              <a:rPr lang="en-US" altLang="ko-KR" sz="1600" smtClean="0">
                <a:latin typeface="+mn-ea"/>
              </a:rPr>
              <a:t>src </a:t>
            </a:r>
            <a:r>
              <a:rPr lang="ko-KR" altLang="en-US" sz="1600" smtClean="0">
                <a:latin typeface="+mn-ea"/>
              </a:rPr>
              <a:t>폴더 생성</a:t>
            </a:r>
          </a:p>
        </p:txBody>
      </p:sp>
      <p:cxnSp>
        <p:nvCxnSpPr>
          <p:cNvPr id="13" name="직선 화살표 연결선 12"/>
          <p:cNvCxnSpPr/>
          <p:nvPr/>
        </p:nvCxnSpPr>
        <p:spPr>
          <a:xfrm flipH="1">
            <a:off x="573206" y="2108579"/>
            <a:ext cx="143301" cy="1356934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직선 화살표 연결선 14"/>
          <p:cNvCxnSpPr/>
          <p:nvPr/>
        </p:nvCxnSpPr>
        <p:spPr>
          <a:xfrm>
            <a:off x="1214651" y="2395182"/>
            <a:ext cx="3473355" cy="96216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5659389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0826" y="1778140"/>
            <a:ext cx="5058155" cy="2709270"/>
          </a:xfrm>
          <a:prstGeom prst="rect">
            <a:avLst/>
          </a:prstGeom>
        </p:spPr>
      </p:pic>
      <p:sp>
        <p:nvSpPr>
          <p:cNvPr id="3" name="직사각형 2"/>
          <p:cNvSpPr/>
          <p:nvPr/>
        </p:nvSpPr>
        <p:spPr>
          <a:xfrm>
            <a:off x="250825" y="1520825"/>
            <a:ext cx="1715814" cy="280679"/>
          </a:xfrm>
          <a:prstGeom prst="rect">
            <a:avLst/>
          </a:prstGeom>
          <a:solidFill>
            <a:srgbClr val="0000CC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mtClean="0"/>
              <a:t>server </a:t>
            </a:r>
            <a:r>
              <a:rPr lang="ko-KR" altLang="en-US" smtClean="0"/>
              <a:t>실행</a:t>
            </a:r>
            <a:endParaRPr lang="ko-KR" altLang="en-US"/>
          </a:p>
        </p:txBody>
      </p:sp>
      <p:sp>
        <p:nvSpPr>
          <p:cNvPr id="4" name="TextBox 3"/>
          <p:cNvSpPr txBox="1"/>
          <p:nvPr/>
        </p:nvSpPr>
        <p:spPr>
          <a:xfrm>
            <a:off x="146908" y="246186"/>
            <a:ext cx="181972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smtClean="0">
                <a:latin typeface="맑은 고딕" pitchFamily="50" charset="-127"/>
              </a:rPr>
              <a:t>Node.js Install</a:t>
            </a:r>
            <a:endParaRPr lang="ko-KR" altLang="en-US" sz="2000" dirty="0">
              <a:latin typeface="맑은 고딕" pitchFamily="50" charset="-127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98509" y="1002884"/>
            <a:ext cx="318189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smtClean="0">
                <a:latin typeface="+mn-ea"/>
              </a:rPr>
              <a:t>▒ </a:t>
            </a:r>
            <a:r>
              <a:rPr lang="en-US" altLang="ko-KR" sz="1600" smtClean="0">
                <a:latin typeface="+mn-ea"/>
              </a:rPr>
              <a:t>Server </a:t>
            </a:r>
            <a:r>
              <a:rPr lang="ko-KR" altLang="en-US" sz="1600" smtClean="0">
                <a:latin typeface="+mn-ea"/>
              </a:rPr>
              <a:t>실행 및 브라우저 확인</a:t>
            </a:r>
          </a:p>
        </p:txBody>
      </p:sp>
      <p:pic>
        <p:nvPicPr>
          <p:cNvPr id="6" name="그림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3405" y="3630304"/>
            <a:ext cx="5053448" cy="285939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오른쪽 화살표 6"/>
          <p:cNvSpPr/>
          <p:nvPr/>
        </p:nvSpPr>
        <p:spPr>
          <a:xfrm rot="2169970">
            <a:off x="3527946" y="3401704"/>
            <a:ext cx="382137" cy="457200"/>
          </a:xfrm>
          <a:prstGeom prst="rightArrow">
            <a:avLst>
              <a:gd name="adj1" fmla="val 50000"/>
              <a:gd name="adj2" fmla="val 51785"/>
            </a:avLst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7785559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2850888" y="2671524"/>
            <a:ext cx="1397690" cy="3231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500" b="1" i="1" smtClean="0">
                <a:solidFill>
                  <a:srgbClr val="FF0000"/>
                </a:solidFill>
              </a:rPr>
              <a:t>Add Contents !</a:t>
            </a:r>
            <a:r>
              <a:rPr lang="en-US" altLang="ko-KR" sz="1500" i="1" smtClean="0">
                <a:solidFill>
                  <a:srgbClr val="FF0000"/>
                </a:solidFill>
              </a:rPr>
              <a:t> </a:t>
            </a:r>
            <a:endParaRPr lang="ko-KR" altLang="en-US" sz="1500" i="1" dirty="0">
              <a:solidFill>
                <a:srgbClr val="FF0000"/>
              </a:solidFill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2641022" y="2946922"/>
            <a:ext cx="317106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600" b="1" smtClean="0">
                <a:latin typeface="+mn-ea"/>
              </a:rPr>
              <a:t>Add html File</a:t>
            </a:r>
            <a:endParaRPr lang="ko-KR" altLang="en-US" sz="3600" b="1" smtClean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76415662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46908" y="246186"/>
            <a:ext cx="181972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smtClean="0">
                <a:latin typeface="맑은 고딕" pitchFamily="50" charset="-127"/>
              </a:rPr>
              <a:t>Node.js Install</a:t>
            </a:r>
            <a:endParaRPr lang="ko-KR" altLang="en-US" sz="2000" dirty="0">
              <a:latin typeface="맑은 고딕" pitchFamily="50" charset="-127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98509" y="1002884"/>
            <a:ext cx="184858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smtClean="0">
                <a:latin typeface="+mn-ea"/>
              </a:rPr>
              <a:t>▒ </a:t>
            </a:r>
            <a:r>
              <a:rPr lang="en-US" altLang="ko-KR" sz="1600" smtClean="0">
                <a:latin typeface="+mn-ea"/>
              </a:rPr>
              <a:t>html </a:t>
            </a:r>
            <a:r>
              <a:rPr lang="ko-KR" altLang="en-US" sz="1600" smtClean="0">
                <a:latin typeface="+mn-ea"/>
              </a:rPr>
              <a:t>파일 생성</a:t>
            </a:r>
          </a:p>
        </p:txBody>
      </p:sp>
      <p:pic>
        <p:nvPicPr>
          <p:cNvPr id="14" name="그림 1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0825" y="1520825"/>
            <a:ext cx="4277508" cy="3972399"/>
          </a:xfrm>
          <a:prstGeom prst="rect">
            <a:avLst/>
          </a:prstGeom>
        </p:spPr>
      </p:pic>
      <p:pic>
        <p:nvPicPr>
          <p:cNvPr id="16" name="그림 1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730" y="2099292"/>
            <a:ext cx="4127370" cy="2122416"/>
          </a:xfrm>
          <a:prstGeom prst="rect">
            <a:avLst/>
          </a:prstGeom>
        </p:spPr>
      </p:pic>
      <p:sp>
        <p:nvSpPr>
          <p:cNvPr id="17" name="직사각형 16"/>
          <p:cNvSpPr/>
          <p:nvPr/>
        </p:nvSpPr>
        <p:spPr>
          <a:xfrm>
            <a:off x="4800730" y="1736725"/>
            <a:ext cx="1715814" cy="280679"/>
          </a:xfrm>
          <a:prstGeom prst="rect">
            <a:avLst/>
          </a:prstGeom>
          <a:solidFill>
            <a:srgbClr val="0000CC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mtClean="0"/>
              <a:t>app.js Update</a:t>
            </a:r>
            <a:endParaRPr lang="ko-KR" altLang="en-US"/>
          </a:p>
        </p:txBody>
      </p:sp>
      <p:sp>
        <p:nvSpPr>
          <p:cNvPr id="18" name="직사각형 17"/>
          <p:cNvSpPr/>
          <p:nvPr/>
        </p:nvSpPr>
        <p:spPr>
          <a:xfrm>
            <a:off x="5111087" y="3395829"/>
            <a:ext cx="2872853" cy="34801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8597379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0826" y="1778140"/>
            <a:ext cx="5058155" cy="2709270"/>
          </a:xfrm>
          <a:prstGeom prst="rect">
            <a:avLst/>
          </a:prstGeom>
        </p:spPr>
      </p:pic>
      <p:sp>
        <p:nvSpPr>
          <p:cNvPr id="3" name="직사각형 2"/>
          <p:cNvSpPr/>
          <p:nvPr/>
        </p:nvSpPr>
        <p:spPr>
          <a:xfrm>
            <a:off x="250825" y="1520825"/>
            <a:ext cx="1715814" cy="280679"/>
          </a:xfrm>
          <a:prstGeom prst="rect">
            <a:avLst/>
          </a:prstGeom>
          <a:solidFill>
            <a:srgbClr val="0000CC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mtClean="0"/>
              <a:t>server </a:t>
            </a:r>
            <a:r>
              <a:rPr lang="ko-KR" altLang="en-US" smtClean="0"/>
              <a:t>실행</a:t>
            </a:r>
            <a:endParaRPr lang="ko-KR" altLang="en-US"/>
          </a:p>
        </p:txBody>
      </p:sp>
      <p:sp>
        <p:nvSpPr>
          <p:cNvPr id="4" name="TextBox 3"/>
          <p:cNvSpPr txBox="1"/>
          <p:nvPr/>
        </p:nvSpPr>
        <p:spPr>
          <a:xfrm>
            <a:off x="198509" y="1002884"/>
            <a:ext cx="318189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smtClean="0">
                <a:latin typeface="+mn-ea"/>
              </a:rPr>
              <a:t>▒ </a:t>
            </a:r>
            <a:r>
              <a:rPr lang="en-US" altLang="ko-KR" sz="1600" smtClean="0">
                <a:latin typeface="+mn-ea"/>
              </a:rPr>
              <a:t>Server </a:t>
            </a:r>
            <a:r>
              <a:rPr lang="ko-KR" altLang="en-US" sz="1600" smtClean="0">
                <a:latin typeface="+mn-ea"/>
              </a:rPr>
              <a:t>실행 및 브라우저 확인</a:t>
            </a:r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92303" y="3662418"/>
            <a:ext cx="5135797" cy="2827282"/>
          </a:xfrm>
          <a:prstGeom prst="rect">
            <a:avLst/>
          </a:prstGeom>
        </p:spPr>
      </p:pic>
      <p:sp>
        <p:nvSpPr>
          <p:cNvPr id="6" name="오른쪽 화살표 5"/>
          <p:cNvSpPr/>
          <p:nvPr/>
        </p:nvSpPr>
        <p:spPr>
          <a:xfrm rot="2169970">
            <a:off x="3527946" y="3401704"/>
            <a:ext cx="382137" cy="457200"/>
          </a:xfrm>
          <a:prstGeom prst="rightArrow">
            <a:avLst>
              <a:gd name="adj1" fmla="val 50000"/>
              <a:gd name="adj2" fmla="val 51785"/>
            </a:avLst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6680174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직사각형 9"/>
          <p:cNvSpPr/>
          <p:nvPr/>
        </p:nvSpPr>
        <p:spPr>
          <a:xfrm>
            <a:off x="2850888" y="2671524"/>
            <a:ext cx="3442224" cy="3231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500" b="1" i="1" dirty="0">
                <a:solidFill>
                  <a:srgbClr val="FF0000"/>
                </a:solidFill>
              </a:rPr>
              <a:t>New idea, New possibility, New </a:t>
            </a:r>
            <a:r>
              <a:rPr lang="en-US" altLang="ko-KR" sz="1500" b="1" i="1" dirty="0" smtClean="0">
                <a:solidFill>
                  <a:srgbClr val="FF0000"/>
                </a:solidFill>
              </a:rPr>
              <a:t>success !</a:t>
            </a:r>
            <a:r>
              <a:rPr lang="en-US" altLang="ko-KR" sz="1500" i="1" dirty="0" smtClean="0">
                <a:solidFill>
                  <a:srgbClr val="FF0000"/>
                </a:solidFill>
              </a:rPr>
              <a:t> </a:t>
            </a:r>
            <a:endParaRPr lang="ko-KR" altLang="en-US" sz="1500" i="1" dirty="0">
              <a:solidFill>
                <a:srgbClr val="FF0000"/>
              </a:solidFill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3329512" y="2927445"/>
            <a:ext cx="248497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600" b="1" smtClean="0">
                <a:latin typeface="+mn-ea"/>
              </a:rPr>
              <a:t>Thank You</a:t>
            </a:r>
            <a:endParaRPr lang="ko-KR" altLang="en-US" sz="3600" b="1" smtClean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5827659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 w="12700">
          <a:solidFill>
            <a:schemeClr val="tx1"/>
          </a:solidFill>
          <a:prstDash val="solid"/>
          <a:tailEnd type="triangl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>
          <a:defRPr sz="1200" smtClean="0">
            <a:latin typeface="+mn-ea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디자인 사용자 지정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12319</TotalTime>
  <Words>150</Words>
  <Application>Microsoft Office PowerPoint</Application>
  <PresentationFormat>화면 슬라이드 쇼(4:3)</PresentationFormat>
  <Paragraphs>49</Paragraphs>
  <Slides>22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22</vt:i4>
      </vt:variant>
    </vt:vector>
  </HeadingPairs>
  <TitlesOfParts>
    <vt:vector size="29" baseType="lpstr">
      <vt:lpstr>HY견고딕</vt:lpstr>
      <vt:lpstr>맑은 고딕</vt:lpstr>
      <vt:lpstr>Arial</vt:lpstr>
      <vt:lpstr>Calibri</vt:lpstr>
      <vt:lpstr>Calibri Light</vt:lpstr>
      <vt:lpstr>Office 테마</vt:lpstr>
      <vt:lpstr>디자인 사용자 지정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통합관찰-RM</dc:title>
  <dc:creator>iamdsw@naver.com</dc:creator>
  <cp:lastModifiedBy>taekmu</cp:lastModifiedBy>
  <cp:revision>852</cp:revision>
  <cp:lastPrinted>2025-10-22T07:00:01Z</cp:lastPrinted>
  <dcterms:created xsi:type="dcterms:W3CDTF">2020-09-01T08:13:35Z</dcterms:created>
  <dcterms:modified xsi:type="dcterms:W3CDTF">2026-02-05T06:54:08Z</dcterms:modified>
</cp:coreProperties>
</file>