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  <p:sldMasterId id="2147483672" r:id="rId2"/>
  </p:sldMasterIdLst>
  <p:notesMasterIdLst>
    <p:notesMasterId r:id="rId12"/>
  </p:notesMasterIdLst>
  <p:handoutMasterIdLst>
    <p:handoutMasterId r:id="rId13"/>
  </p:handoutMasterIdLst>
  <p:sldIdLst>
    <p:sldId id="261" r:id="rId3"/>
    <p:sldId id="481" r:id="rId4"/>
    <p:sldId id="482" r:id="rId5"/>
    <p:sldId id="483" r:id="rId6"/>
    <p:sldId id="484" r:id="rId7"/>
    <p:sldId id="485" r:id="rId8"/>
    <p:sldId id="486" r:id="rId9"/>
    <p:sldId id="487" r:id="rId10"/>
    <p:sldId id="421" r:id="rId11"/>
  </p:sldIdLst>
  <p:sldSz cx="9144000" cy="6858000" type="screen4x3"/>
  <p:notesSz cx="6735763" cy="98663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2880" userDrawn="1">
          <p15:clr>
            <a:srgbClr val="A4A3A4"/>
          </p15:clr>
        </p15:guide>
        <p15:guide id="3" orient="horz" pos="1094" userDrawn="1">
          <p15:clr>
            <a:srgbClr val="A4A3A4"/>
          </p15:clr>
        </p15:guide>
        <p15:guide id="4" pos="158" userDrawn="1">
          <p15:clr>
            <a:srgbClr val="A4A3A4"/>
          </p15:clr>
        </p15:guide>
        <p15:guide id="5" pos="5624" userDrawn="1">
          <p15:clr>
            <a:srgbClr val="A4A3A4"/>
          </p15:clr>
        </p15:guide>
        <p15:guide id="6" orient="horz" pos="4088" userDrawn="1">
          <p15:clr>
            <a:srgbClr val="A4A3A4"/>
          </p15:clr>
        </p15:guide>
        <p15:guide id="7" orient="horz" pos="845" userDrawn="1">
          <p15:clr>
            <a:srgbClr val="A4A3A4"/>
          </p15:clr>
        </p15:guide>
        <p15:guide id="8" orient="horz" pos="95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07" userDrawn="1">
          <p15:clr>
            <a:srgbClr val="A4A3A4"/>
          </p15:clr>
        </p15:guide>
        <p15:guide id="2" pos="2121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CC"/>
    <a:srgbClr val="3333FF"/>
    <a:srgbClr val="EAEAEA"/>
    <a:srgbClr val="9B9B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710" autoAdjust="0"/>
    <p:restoredTop sz="95900" autoAdjust="0"/>
  </p:normalViewPr>
  <p:slideViewPr>
    <p:cSldViewPr snapToGrid="0" showGuides="1">
      <p:cViewPr varScale="1">
        <p:scale>
          <a:sx n="112" d="100"/>
          <a:sy n="112" d="100"/>
        </p:scale>
        <p:origin x="2266" y="72"/>
      </p:cViewPr>
      <p:guideLst>
        <p:guide orient="horz" pos="2183"/>
        <p:guide pos="2880"/>
        <p:guide orient="horz" pos="1094"/>
        <p:guide pos="158"/>
        <p:guide pos="5624"/>
        <p:guide orient="horz" pos="4088"/>
        <p:guide orient="horz" pos="845"/>
        <p:guide orient="horz" pos="958"/>
      </p:guideLst>
    </p:cSldViewPr>
  </p:slideViewPr>
  <p:outlineViewPr>
    <p:cViewPr>
      <p:scale>
        <a:sx n="33" d="100"/>
        <a:sy n="33" d="100"/>
      </p:scale>
      <p:origin x="0" y="-5196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82" d="100"/>
          <a:sy n="82" d="100"/>
        </p:scale>
        <p:origin x="3979" y="72"/>
      </p:cViewPr>
      <p:guideLst>
        <p:guide orient="horz" pos="3107"/>
        <p:guide pos="212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handoutMaster" Target="handoutMasters/handoutMaster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9413" cy="4953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14763" y="0"/>
            <a:ext cx="2919412" cy="4953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309B21-B08B-4A5E-B884-0DF78634DC9C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371013"/>
            <a:ext cx="2919413" cy="4953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14763" y="9371013"/>
            <a:ext cx="2919412" cy="4953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B76CB1-3ACA-4E0B-9EE0-F73B1634F18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996872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15373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9CD121-FD21-45D1-AD82-A48E65B32A0B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49350" y="1233488"/>
            <a:ext cx="4437063" cy="3328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3577" y="4748163"/>
            <a:ext cx="5388610" cy="388486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15373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B4BFFC-2AE9-4A57-81A9-A0C77A4814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25684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B4BFFC-2AE9-4A57-81A9-A0C77A4814EC}" type="slidenum">
              <a:rPr lang="ko-KR" altLang="en-US" smtClean="0"/>
              <a:t>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7360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 19"/>
          <p:cNvSpPr>
            <a:spLocks noChangeShapeType="1"/>
          </p:cNvSpPr>
          <p:nvPr userDrawn="1"/>
        </p:nvSpPr>
        <p:spPr bwMode="auto">
          <a:xfrm>
            <a:off x="0" y="836712"/>
            <a:ext cx="9144000" cy="0"/>
          </a:xfrm>
          <a:prstGeom prst="line">
            <a:avLst/>
          </a:prstGeom>
          <a:noFill/>
          <a:ln w="19050">
            <a:solidFill>
              <a:schemeClr val="accent1">
                <a:lumMod val="75000"/>
              </a:schemeClr>
            </a:solidFill>
            <a:round/>
            <a:headEnd/>
            <a:tailEnd/>
          </a:ln>
          <a:effectLst/>
        </p:spPr>
        <p:txBody>
          <a:bodyPr/>
          <a:lstStyle/>
          <a:p>
            <a:endParaRPr lang="ko-KR" altLang="en-US" dirty="0"/>
          </a:p>
        </p:txBody>
      </p:sp>
      <p:sp>
        <p:nvSpPr>
          <p:cNvPr id="8" name="직사각형 7"/>
          <p:cNvSpPr/>
          <p:nvPr userDrawn="1"/>
        </p:nvSpPr>
        <p:spPr>
          <a:xfrm>
            <a:off x="20568" y="116632"/>
            <a:ext cx="53573" cy="64807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noFill/>
              </a:ln>
            </a:endParaRPr>
          </a:p>
        </p:txBody>
      </p:sp>
      <p:sp>
        <p:nvSpPr>
          <p:cNvPr id="9" name="직사각형 8"/>
          <p:cNvSpPr/>
          <p:nvPr userDrawn="1"/>
        </p:nvSpPr>
        <p:spPr>
          <a:xfrm>
            <a:off x="92988" y="118766"/>
            <a:ext cx="47056" cy="6480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noFill/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19545602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 19"/>
          <p:cNvSpPr>
            <a:spLocks noChangeShapeType="1"/>
          </p:cNvSpPr>
          <p:nvPr userDrawn="1"/>
        </p:nvSpPr>
        <p:spPr bwMode="auto">
          <a:xfrm>
            <a:off x="0" y="836712"/>
            <a:ext cx="9144000" cy="0"/>
          </a:xfrm>
          <a:prstGeom prst="line">
            <a:avLst/>
          </a:prstGeom>
          <a:noFill/>
          <a:ln w="19050">
            <a:solidFill>
              <a:schemeClr val="accent1">
                <a:lumMod val="75000"/>
              </a:schemeClr>
            </a:solidFill>
            <a:round/>
            <a:headEnd/>
            <a:tailEnd/>
          </a:ln>
          <a:effectLst/>
        </p:spPr>
        <p:txBody>
          <a:bodyPr/>
          <a:lstStyle/>
          <a:p>
            <a:endParaRPr lang="ko-KR" altLang="en-US" dirty="0"/>
          </a:p>
        </p:txBody>
      </p:sp>
      <p:sp>
        <p:nvSpPr>
          <p:cNvPr id="8" name="직사각형 7"/>
          <p:cNvSpPr/>
          <p:nvPr userDrawn="1"/>
        </p:nvSpPr>
        <p:spPr>
          <a:xfrm>
            <a:off x="20568" y="116632"/>
            <a:ext cx="53573" cy="64807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noFill/>
              </a:ln>
            </a:endParaRPr>
          </a:p>
        </p:txBody>
      </p:sp>
      <p:sp>
        <p:nvSpPr>
          <p:cNvPr id="9" name="직사각형 8"/>
          <p:cNvSpPr/>
          <p:nvPr userDrawn="1"/>
        </p:nvSpPr>
        <p:spPr>
          <a:xfrm>
            <a:off x="92988" y="118766"/>
            <a:ext cx="47056" cy="6480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noFill/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37816506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9AB389-105F-4E96-96D1-023732B57FDB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DD436-C02E-449C-AE44-487C1989F6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00955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59BB9-6FE0-4E5A-B4B5-DD013808AC9C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DD436-C02E-449C-AE44-487C1989F6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26754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0EC44F-4E31-4678-95ED-80FAD652C54E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DD436-C02E-449C-AE44-487C1989F6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12330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9EA623-B0BE-42DD-B1CF-33C0CE438DD6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DD436-C02E-449C-AE44-487C1989F6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01736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A52D41-7000-471D-AEDD-AA54046BEFE0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DD436-C02E-449C-AE44-487C1989F6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94582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CB25F-E96C-4A04-84A2-FDADC02C583B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DD436-C02E-449C-AE44-487C1989F6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7155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30D29D-381B-4538-848B-7074F8997503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DD436-C02E-449C-AE44-487C1989F6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82387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125ED-623E-4A9A-A549-8B04F2156EDB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DD436-C02E-449C-AE44-487C1989F6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24234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9B0F72-68B0-4063-AD52-77948D4F56FF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DD436-C02E-449C-AE44-487C1989F6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26122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D99496-C4C4-4968-A03E-1E8CC76D9684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439947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B0389-3F31-4646-9EAC-6D9622DF58B7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817616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42770-9E97-4629-8C1C-D9EDFE2C9B6A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817723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2C9B61-41A4-4BA0-B66C-6D46ACCC64F3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75228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C83A93-8E76-485A-B85E-07FBF3C7F9B9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199996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AB61B-09A9-44BC-A2EF-21297860CC7C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40385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C4049-1D3E-4529-81B3-245CE3BB68C6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43492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D9B287-02EB-4C40-AA6B-D027B5C2B8FC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95319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4316CF-6F3B-4D25-86D6-E4D0B7A6A817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213708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B4B7C5-FAA7-40CE-9E66-6D8DAA86968A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546845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3A6E41-EEFC-4900-8331-81EA5C3ACC5D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525925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 19"/>
          <p:cNvSpPr>
            <a:spLocks noChangeShapeType="1"/>
          </p:cNvSpPr>
          <p:nvPr userDrawn="1"/>
        </p:nvSpPr>
        <p:spPr bwMode="auto">
          <a:xfrm>
            <a:off x="0" y="836712"/>
            <a:ext cx="9144000" cy="0"/>
          </a:xfrm>
          <a:prstGeom prst="line">
            <a:avLst/>
          </a:prstGeom>
          <a:noFill/>
          <a:ln w="19050">
            <a:solidFill>
              <a:schemeClr val="accent1">
                <a:lumMod val="75000"/>
              </a:schemeClr>
            </a:solidFill>
            <a:round/>
            <a:headEnd/>
            <a:tailEnd/>
          </a:ln>
          <a:effectLst/>
        </p:spPr>
        <p:txBody>
          <a:bodyPr/>
          <a:lstStyle/>
          <a:p>
            <a:endParaRPr lang="ko-KR" altLang="en-US" dirty="0"/>
          </a:p>
        </p:txBody>
      </p:sp>
      <p:sp>
        <p:nvSpPr>
          <p:cNvPr id="8" name="직사각형 7"/>
          <p:cNvSpPr/>
          <p:nvPr userDrawn="1"/>
        </p:nvSpPr>
        <p:spPr>
          <a:xfrm>
            <a:off x="20568" y="116632"/>
            <a:ext cx="53573" cy="64807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noFill/>
              </a:ln>
            </a:endParaRPr>
          </a:p>
        </p:txBody>
      </p:sp>
      <p:sp>
        <p:nvSpPr>
          <p:cNvPr id="9" name="직사각형 8"/>
          <p:cNvSpPr/>
          <p:nvPr userDrawn="1"/>
        </p:nvSpPr>
        <p:spPr>
          <a:xfrm>
            <a:off x="92988" y="118766"/>
            <a:ext cx="47056" cy="6480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noFill/>
              </a:ln>
            </a:endParaRPr>
          </a:p>
        </p:txBody>
      </p:sp>
      <p:sp>
        <p:nvSpPr>
          <p:cNvPr id="2" name="TextBox 1"/>
          <p:cNvSpPr txBox="1"/>
          <p:nvPr userDrawn="1"/>
        </p:nvSpPr>
        <p:spPr>
          <a:xfrm>
            <a:off x="4352382" y="6441259"/>
            <a:ext cx="4090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88D272FF-6EEE-4996-B437-AE05827637A7}" type="slidenum">
              <a:rPr lang="ko-KR" altLang="en-US" sz="1400" smtClean="0"/>
              <a:t>‹#›</a:t>
            </a:fld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10227466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3364EA-2A97-4E5B-A2BC-9D2CF65CD99A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ADD436-C02E-449C-AE44-487C1989F61C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TextBox 7"/>
          <p:cNvSpPr txBox="1"/>
          <p:nvPr userDrawn="1"/>
        </p:nvSpPr>
        <p:spPr>
          <a:xfrm>
            <a:off x="4304963" y="6561496"/>
            <a:ext cx="6014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-  </a:t>
            </a:r>
            <a:fld id="{F36E6752-5E10-4328-A041-D7A336417FAF}" type="slidenum">
              <a:rPr lang="ko-KR" altLang="en-US" sz="12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r>
              <a:rPr lang="ko-KR" altLang="en-US" sz="12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</a:t>
            </a:r>
            <a:r>
              <a:rPr lang="en-US" altLang="ko-KR" sz="12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-</a:t>
            </a:r>
            <a:endParaRPr lang="ko-KR" altLang="en-US" sz="1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8002" y="90431"/>
            <a:ext cx="554696" cy="549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52741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CAA8D-D1A7-482E-8D0B-2A978C56C5FA}" type="datetime1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4AC6D8-3259-44A0-BD73-433091D92F18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8002" y="90431"/>
            <a:ext cx="554696" cy="549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280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1736725"/>
            <a:ext cx="9144000" cy="1728788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smtClean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Render Install</a:t>
            </a:r>
            <a:endParaRPr lang="ko-KR" altLang="en-US" sz="3200" dirty="0">
              <a:solidFill>
                <a:srgbClr val="FFFF00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48195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50825" y="999542"/>
            <a:ext cx="178016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smtClean="0">
                <a:latin typeface="+mn-ea"/>
              </a:rPr>
              <a:t>▒ </a:t>
            </a:r>
            <a:r>
              <a:rPr lang="en-US" altLang="ko-KR" sz="1600" smtClean="0">
                <a:latin typeface="+mn-ea"/>
              </a:rPr>
              <a:t>Render Events</a:t>
            </a:r>
            <a:endParaRPr lang="ko-KR" altLang="en-US" sz="1600" smtClean="0">
              <a:latin typeface="+mn-ea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46908" y="246186"/>
            <a:ext cx="17622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smtClean="0">
                <a:latin typeface="맑은 고딕" pitchFamily="50" charset="-127"/>
              </a:rPr>
              <a:t>Render Setup</a:t>
            </a:r>
            <a:endParaRPr lang="ko-KR" altLang="en-US" sz="2000" dirty="0">
              <a:latin typeface="맑은 고딕" pitchFamily="50" charset="-127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825" y="1520825"/>
            <a:ext cx="8684475" cy="4456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89579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50825" y="999542"/>
            <a:ext cx="25139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smtClean="0">
                <a:latin typeface="+mn-ea"/>
              </a:rPr>
              <a:t>▒ </a:t>
            </a:r>
            <a:r>
              <a:rPr lang="en-US" altLang="ko-KR" sz="1600" smtClean="0">
                <a:latin typeface="+mn-ea"/>
              </a:rPr>
              <a:t>Manual Server Reload</a:t>
            </a:r>
            <a:endParaRPr lang="ko-KR" altLang="en-US" sz="1600" smtClean="0">
              <a:latin typeface="+mn-ea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25" y="1520825"/>
            <a:ext cx="8033082" cy="47297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908" y="246186"/>
            <a:ext cx="17622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smtClean="0">
                <a:latin typeface="맑은 고딕" pitchFamily="50" charset="-127"/>
              </a:rPr>
              <a:t>Render Setup</a:t>
            </a:r>
            <a:endParaRPr lang="ko-KR" altLang="en-US" sz="2000" dirty="0">
              <a:latin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854141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26" y="1341438"/>
            <a:ext cx="8677274" cy="5148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3636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25" y="1341438"/>
            <a:ext cx="8677275" cy="5148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7768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24" y="1341438"/>
            <a:ext cx="8677275" cy="5148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69520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24" y="1341438"/>
            <a:ext cx="8677275" cy="5148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89290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24" y="1341438"/>
            <a:ext cx="8677275" cy="5148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12782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/>
          <p:cNvSpPr/>
          <p:nvPr/>
        </p:nvSpPr>
        <p:spPr>
          <a:xfrm>
            <a:off x="2850888" y="2671524"/>
            <a:ext cx="3442224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500" b="1" i="1" dirty="0">
                <a:solidFill>
                  <a:srgbClr val="FF0000"/>
                </a:solidFill>
              </a:rPr>
              <a:t>New idea, New possibility, New </a:t>
            </a:r>
            <a:r>
              <a:rPr lang="en-US" altLang="ko-KR" sz="1500" b="1" i="1" dirty="0" smtClean="0">
                <a:solidFill>
                  <a:srgbClr val="FF0000"/>
                </a:solidFill>
              </a:rPr>
              <a:t>success !</a:t>
            </a:r>
            <a:r>
              <a:rPr lang="en-US" altLang="ko-KR" sz="1500" i="1" dirty="0" smtClean="0">
                <a:solidFill>
                  <a:srgbClr val="FF0000"/>
                </a:solidFill>
              </a:rPr>
              <a:t> </a:t>
            </a:r>
            <a:endParaRPr lang="ko-KR" altLang="en-US" sz="1500" i="1" dirty="0">
              <a:solidFill>
                <a:srgbClr val="FF0000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3329512" y="2927445"/>
            <a:ext cx="24849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600" b="1" smtClean="0">
                <a:latin typeface="+mn-ea"/>
              </a:rPr>
              <a:t>Thank You</a:t>
            </a:r>
            <a:endParaRPr lang="ko-KR" altLang="en-US" sz="3600" b="1" smtClean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5827659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12700">
          <a:solidFill>
            <a:schemeClr val="tx1"/>
          </a:solidFill>
          <a:prstDash val="solid"/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sz="1200" smtClean="0">
            <a:latin typeface="+mn-ea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12483</TotalTime>
  <Words>26</Words>
  <Application>Microsoft Office PowerPoint</Application>
  <PresentationFormat>화면 슬라이드 쇼(4:3)</PresentationFormat>
  <Paragraphs>8</Paragraphs>
  <Slides>9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9</vt:i4>
      </vt:variant>
    </vt:vector>
  </HeadingPairs>
  <TitlesOfParts>
    <vt:vector size="16" baseType="lpstr">
      <vt:lpstr>HY견고딕</vt:lpstr>
      <vt:lpstr>맑은 고딕</vt:lpstr>
      <vt:lpstr>Arial</vt:lpstr>
      <vt:lpstr>Calibri</vt:lpstr>
      <vt:lpstr>Calibri Light</vt:lpstr>
      <vt:lpstr>Office 테마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통합관찰-RM</dc:title>
  <dc:creator>iamdsw@naver.com</dc:creator>
  <cp:lastModifiedBy>taekmu</cp:lastModifiedBy>
  <cp:revision>858</cp:revision>
  <cp:lastPrinted>2025-10-22T07:00:01Z</cp:lastPrinted>
  <dcterms:created xsi:type="dcterms:W3CDTF">2020-09-01T08:13:35Z</dcterms:created>
  <dcterms:modified xsi:type="dcterms:W3CDTF">2026-02-09T01:22:09Z</dcterms:modified>
</cp:coreProperties>
</file>