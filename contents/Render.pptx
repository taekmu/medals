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72" r:id="rId2"/>
  </p:sldMasterIdLst>
  <p:notesMasterIdLst>
    <p:notesMasterId r:id="rId15"/>
  </p:notesMasterIdLst>
  <p:handoutMasterIdLst>
    <p:handoutMasterId r:id="rId16"/>
  </p:handoutMasterIdLst>
  <p:sldIdLst>
    <p:sldId id="261" r:id="rId3"/>
    <p:sldId id="481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21" r:id="rId14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094" userDrawn="1">
          <p15:clr>
            <a:srgbClr val="A4A3A4"/>
          </p15:clr>
        </p15:guide>
        <p15:guide id="4" pos="158" userDrawn="1">
          <p15:clr>
            <a:srgbClr val="A4A3A4"/>
          </p15:clr>
        </p15:guide>
        <p15:guide id="5" pos="5624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  <p15:guide id="7" orient="horz" pos="845" userDrawn="1">
          <p15:clr>
            <a:srgbClr val="A4A3A4"/>
          </p15:clr>
        </p15:guide>
        <p15:guide id="8" orient="horz" pos="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33FF"/>
    <a:srgbClr val="EAEAEA"/>
    <a:srgbClr val="9B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10" autoAdjust="0"/>
    <p:restoredTop sz="95900" autoAdjust="0"/>
  </p:normalViewPr>
  <p:slideViewPr>
    <p:cSldViewPr snapToGrid="0" showGuides="1">
      <p:cViewPr varScale="1">
        <p:scale>
          <a:sx n="112" d="100"/>
          <a:sy n="112" d="100"/>
        </p:scale>
        <p:origin x="2266" y="72"/>
      </p:cViewPr>
      <p:guideLst>
        <p:guide orient="horz" pos="2205"/>
        <p:guide pos="2880"/>
        <p:guide orient="horz" pos="1094"/>
        <p:guide pos="158"/>
        <p:guide pos="5624"/>
        <p:guide orient="horz" pos="4088"/>
        <p:guide orient="horz" pos="845"/>
        <p:guide orient="horz" pos="958"/>
      </p:guideLst>
    </p:cSldViewPr>
  </p:slideViewPr>
  <p:outlineViewPr>
    <p:cViewPr>
      <p:scale>
        <a:sx n="33" d="100"/>
        <a:sy n="33" d="100"/>
      </p:scale>
      <p:origin x="0" y="-51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979" y="72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09B21-B08B-4A5E-B884-0DF78634DC9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76CB1-3ACA-4E0B-9EE0-F73B1634F1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968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CD121-FD21-45D1-AD82-A48E65B32A0B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4BFFC-2AE9-4A57-81A9-A0C77A481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56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B4BFFC-2AE9-4A57-81A9-A0C77A4814EC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360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9"/>
          <p:cNvSpPr>
            <a:spLocks noChangeShapeType="1"/>
          </p:cNvSpPr>
          <p:nvPr userDrawn="1"/>
        </p:nvSpPr>
        <p:spPr bwMode="auto">
          <a:xfrm>
            <a:off x="0" y="836712"/>
            <a:ext cx="9144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20568" y="116632"/>
            <a:ext cx="53573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92988" y="118766"/>
            <a:ext cx="47056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545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9"/>
          <p:cNvSpPr>
            <a:spLocks noChangeShapeType="1"/>
          </p:cNvSpPr>
          <p:nvPr userDrawn="1"/>
        </p:nvSpPr>
        <p:spPr bwMode="auto">
          <a:xfrm>
            <a:off x="0" y="836712"/>
            <a:ext cx="9144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20568" y="116632"/>
            <a:ext cx="53573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92988" y="118766"/>
            <a:ext cx="47056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16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B389-105F-4E96-96D1-023732B57FD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09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59BB9-6FE0-4E5A-B4B5-DD013808AC9C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67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C44F-4E31-4678-95ED-80FAD652C54E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3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A623-B0BE-42DD-B1CF-33C0CE438DD6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7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52D41-7000-471D-AEDD-AA54046BEFE0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45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B25F-E96C-4A04-84A2-FDADC02C583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1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D29D-381B-4538-848B-7074F8997503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3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25ED-623E-4A9A-A549-8B04F2156ED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42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B0F72-68B0-4063-AD52-77948D4F56FF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12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99496-C4C4-4968-A03E-1E8CC76D9684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399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389-3F31-4646-9EAC-6D9622DF58B7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176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2770-9E97-4629-8C1C-D9EDFE2C9B6A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177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9B61-41A4-4BA0-B66C-6D46ACCC64F3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522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83A93-8E76-485A-B85E-07FBF3C7F9B9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99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AB61B-09A9-44BC-A2EF-21297860CC7C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03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4049-1D3E-4529-81B3-245CE3BB68C6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34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B287-02EB-4C40-AA6B-D027B5C2B8FC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31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16CF-6F3B-4D25-86D6-E4D0B7A6A817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137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B7C5-FAA7-40CE-9E66-6D8DAA86968A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468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6E41-EEFC-4900-8331-81EA5C3ACC5D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592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9"/>
          <p:cNvSpPr>
            <a:spLocks noChangeShapeType="1"/>
          </p:cNvSpPr>
          <p:nvPr userDrawn="1"/>
        </p:nvSpPr>
        <p:spPr bwMode="auto">
          <a:xfrm>
            <a:off x="0" y="836712"/>
            <a:ext cx="9144000" cy="0"/>
          </a:xfrm>
          <a:prstGeom prst="line">
            <a:avLst/>
          </a:prstGeom>
          <a:noFill/>
          <a:ln w="190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20568" y="116632"/>
            <a:ext cx="53573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92988" y="118766"/>
            <a:ext cx="47056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4352382" y="6441259"/>
            <a:ext cx="409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8D272FF-6EEE-4996-B437-AE05827637A7}" type="slidenum">
              <a:rPr lang="ko-KR" altLang="en-US" sz="1400" smtClean="0"/>
              <a:t>‹#›</a:t>
            </a:fld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2274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364EA-2A97-4E5B-A2BC-9D2CF65CD99A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D436-C02E-449C-AE44-487C1989F61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304963" y="6561496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  </a:t>
            </a:r>
            <a:fld id="{F36E6752-5E10-4328-A041-D7A336417FAF}" type="slidenum">
              <a:rPr lang="ko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2" y="90431"/>
            <a:ext cx="554696" cy="5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7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CAA8D-D1A7-482E-8D0B-2A978C56C5FA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AC6D8-3259-44A0-BD73-433091D92F1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02" y="90431"/>
            <a:ext cx="554696" cy="5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8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736725"/>
            <a:ext cx="9144000" cy="17287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smtClean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Render Install</a:t>
            </a:r>
            <a:endParaRPr lang="ko-KR" altLang="en-US" sz="3200" dirty="0">
              <a:solidFill>
                <a:srgbClr val="FFFF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481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825" y="999542"/>
            <a:ext cx="1780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mtClean="0">
                <a:latin typeface="+mn-ea"/>
              </a:rPr>
              <a:t>▒ </a:t>
            </a:r>
            <a:r>
              <a:rPr lang="en-US" altLang="ko-KR" sz="1600" smtClean="0">
                <a:latin typeface="+mn-ea"/>
              </a:rPr>
              <a:t>Render Events</a:t>
            </a:r>
            <a:endParaRPr lang="ko-KR" altLang="en-US" sz="1600" smtClean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908" y="246186"/>
            <a:ext cx="1762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latin typeface="맑은 고딕" pitchFamily="50" charset="-127"/>
              </a:rPr>
              <a:t>Render Setup</a:t>
            </a:r>
            <a:endParaRPr lang="ko-KR" altLang="en-US" sz="2000" dirty="0">
              <a:latin typeface="맑은 고딕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1520825"/>
            <a:ext cx="8684475" cy="445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825" y="999542"/>
            <a:ext cx="25139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mtClean="0">
                <a:latin typeface="+mn-ea"/>
              </a:rPr>
              <a:t>▒ </a:t>
            </a:r>
            <a:r>
              <a:rPr lang="en-US" altLang="ko-KR" sz="1600" smtClean="0">
                <a:latin typeface="+mn-ea"/>
              </a:rPr>
              <a:t>Manual Server Reload</a:t>
            </a:r>
            <a:endParaRPr lang="ko-KR" altLang="en-US" sz="1600" smtClean="0"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520825"/>
            <a:ext cx="8033082" cy="4729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908" y="246186"/>
            <a:ext cx="1762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latin typeface="맑은 고딕" pitchFamily="50" charset="-127"/>
              </a:rPr>
              <a:t>Render Setup</a:t>
            </a:r>
            <a:endParaRPr lang="ko-KR" altLang="en-US" sz="2000" dirty="0"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41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6" y="1341438"/>
            <a:ext cx="8677274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6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341438"/>
            <a:ext cx="8677275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6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" y="1341438"/>
            <a:ext cx="8677275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52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" y="1341438"/>
            <a:ext cx="8677275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2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" y="1341438"/>
            <a:ext cx="8677275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7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1" y="1341438"/>
            <a:ext cx="3600953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341438"/>
            <a:ext cx="8677275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8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341438"/>
            <a:ext cx="2900241" cy="514826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991969" y="1538382"/>
            <a:ext cx="1419367" cy="396685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웹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브라우저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직선 화살표 연결선 4"/>
          <p:cNvCxnSpPr>
            <a:stCxn id="3" idx="2"/>
            <a:endCxn id="6" idx="0"/>
          </p:cNvCxnSpPr>
          <p:nvPr/>
        </p:nvCxnSpPr>
        <p:spPr>
          <a:xfrm>
            <a:off x="4701653" y="1935067"/>
            <a:ext cx="0" cy="255399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3991969" y="2190466"/>
            <a:ext cx="1419367" cy="396685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Uvicorn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직선 화살표 연결선 6"/>
          <p:cNvCxnSpPr>
            <a:stCxn id="6" idx="2"/>
            <a:endCxn id="8" idx="0"/>
          </p:cNvCxnSpPr>
          <p:nvPr/>
        </p:nvCxnSpPr>
        <p:spPr>
          <a:xfrm>
            <a:off x="4701653" y="2587151"/>
            <a:ext cx="0" cy="255399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991969" y="2842550"/>
            <a:ext cx="1419367" cy="396685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FastAPI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91969" y="3494634"/>
            <a:ext cx="1419367" cy="396685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서비스 프로그램</a:t>
            </a:r>
            <a:endParaRPr lang="ko-KR" altLang="en-US" sz="12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>
            <a:stCxn id="8" idx="2"/>
            <a:endCxn id="9" idx="0"/>
          </p:cNvCxnSpPr>
          <p:nvPr/>
        </p:nvCxnSpPr>
        <p:spPr>
          <a:xfrm>
            <a:off x="4701653" y="3239235"/>
            <a:ext cx="0" cy="255399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20" y="1285868"/>
            <a:ext cx="253400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0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850888" y="2671524"/>
            <a:ext cx="344222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00" b="1" i="1" dirty="0">
                <a:solidFill>
                  <a:srgbClr val="FF0000"/>
                </a:solidFill>
              </a:rPr>
              <a:t>New idea, New possibility, New </a:t>
            </a:r>
            <a:r>
              <a:rPr lang="en-US" altLang="ko-KR" sz="1500" b="1" i="1" dirty="0" smtClean="0">
                <a:solidFill>
                  <a:srgbClr val="FF0000"/>
                </a:solidFill>
              </a:rPr>
              <a:t>success !</a:t>
            </a:r>
            <a:r>
              <a:rPr lang="en-US" altLang="ko-KR" sz="1500" i="1" dirty="0" smtClean="0">
                <a:solidFill>
                  <a:srgbClr val="FF0000"/>
                </a:solidFill>
              </a:rPr>
              <a:t> </a:t>
            </a:r>
            <a:endParaRPr lang="ko-KR" altLang="en-US" sz="1500" i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29512" y="2927445"/>
            <a:ext cx="2484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mtClean="0">
                <a:latin typeface="+mn-ea"/>
              </a:rPr>
              <a:t>Thank You</a:t>
            </a:r>
            <a:endParaRPr lang="ko-KR" altLang="en-US" sz="3600" b="1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276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  <a:prstDash val="soli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12930</TotalTime>
  <Words>31</Words>
  <Application>Microsoft Office PowerPoint</Application>
  <PresentationFormat>화면 슬라이드 쇼(4:3)</PresentationFormat>
  <Paragraphs>12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HY견고딕</vt:lpstr>
      <vt:lpstr>맑은 고딕</vt:lpstr>
      <vt:lpstr>Arial</vt:lpstr>
      <vt:lpstr>Calibri</vt:lpstr>
      <vt:lpstr>Calibri Light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통합관찰-RM</dc:title>
  <dc:creator>iamdsw@naver.com</dc:creator>
  <cp:lastModifiedBy>taekmu</cp:lastModifiedBy>
  <cp:revision>865</cp:revision>
  <cp:lastPrinted>2025-10-22T07:00:01Z</cp:lastPrinted>
  <dcterms:created xsi:type="dcterms:W3CDTF">2020-09-01T08:13:35Z</dcterms:created>
  <dcterms:modified xsi:type="dcterms:W3CDTF">2026-02-09T08:49:02Z</dcterms:modified>
</cp:coreProperties>
</file>